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tsea" initials="V" lastIdx="0" clrIdx="0"/>
  <p:cmAuthor id="2" name="安琪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4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51959" y="210182"/>
            <a:ext cx="7632700" cy="49403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1" name="矩形 190"/>
          <p:cNvSpPr/>
          <p:nvPr userDrawn="1"/>
        </p:nvSpPr>
        <p:spPr>
          <a:xfrm>
            <a:off x="0" y="0"/>
            <a:ext cx="251959" cy="914400"/>
          </a:xfrm>
          <a:prstGeom prst="rect">
            <a:avLst/>
          </a:prstGeom>
          <a:solidFill>
            <a:srgbClr val="007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700" y="135082"/>
            <a:ext cx="2322496" cy="6442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r>
              <a:rPr lang="en-US" altLang="zh-CN" sz="2800">
                <a:solidFill>
                  <a:schemeClr val="tx1"/>
                </a:solidFill>
              </a:rPr>
              <a:t>{{project_name}}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7"/>
          <p:cNvSpPr txBox="1"/>
          <p:nvPr/>
        </p:nvSpPr>
        <p:spPr>
          <a:xfrm>
            <a:off x="557188" y="3296218"/>
            <a:ext cx="3204846" cy="81360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b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</a:br>
            <a:endParaRPr lang="en-US" sz="1800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1" name="Content Placeholder 9"/>
          <p:cNvSpPr txBox="1"/>
          <p:nvPr/>
        </p:nvSpPr>
        <p:spPr>
          <a:xfrm>
            <a:off x="212090" y="4386580"/>
            <a:ext cx="3787775" cy="372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0082BE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项目背景：</a:t>
            </a:r>
            <a:endParaRPr lang="zh-CN" altLang="en-US" sz="1600" b="1" dirty="0">
              <a:solidFill>
                <a:srgbClr val="0082BE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Content Placeholder 10"/>
          <p:cNvSpPr txBox="1"/>
          <p:nvPr/>
        </p:nvSpPr>
        <p:spPr>
          <a:xfrm>
            <a:off x="4134485" y="935355"/>
            <a:ext cx="7640320" cy="5105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lvl="1" indent="0" algn="just" fontAlgn="base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rgbClr val="0082BE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项目挑战</a:t>
            </a:r>
            <a:endParaRPr lang="zh-CN" altLang="en-US" sz="1600" b="1" dirty="0">
              <a:solidFill>
                <a:srgbClr val="0082BE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marL="177800" lvl="1" indent="0" algn="just" fontAlgn="base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1"/>
          <p:cNvSpPr/>
          <p:nvPr/>
        </p:nvSpPr>
        <p:spPr>
          <a:xfrm>
            <a:off x="4274023" y="4757980"/>
            <a:ext cx="7676242" cy="1806592"/>
          </a:xfrm>
          <a:prstGeom prst="rect">
            <a:avLst/>
          </a:prstGeom>
          <a:solidFill>
            <a:srgbClr val="0082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12065" y="895630"/>
            <a:ext cx="3923206" cy="5668942"/>
          </a:xfrm>
          <a:prstGeom prst="rect">
            <a:avLst/>
          </a:prstGeom>
          <a:noFill/>
          <a:ln w="28575">
            <a:solidFill>
              <a:srgbClr val="008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74023" y="895630"/>
            <a:ext cx="7676242" cy="5668942"/>
          </a:xfrm>
          <a:prstGeom prst="rect">
            <a:avLst/>
          </a:prstGeom>
          <a:noFill/>
          <a:ln w="28575">
            <a:solidFill>
              <a:srgbClr val="0082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</a:endParaRPr>
          </a:p>
        </p:txBody>
      </p:sp>
      <p:sp>
        <p:nvSpPr>
          <p:cNvPr id="28" name="Content Placeholder 10"/>
          <p:cNvSpPr txBox="1"/>
          <p:nvPr/>
        </p:nvSpPr>
        <p:spPr>
          <a:xfrm>
            <a:off x="3951605" y="2853690"/>
            <a:ext cx="7670165" cy="495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1" indent="0" algn="l" fontAlgn="base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600" b="1" dirty="0">
                <a:solidFill>
                  <a:srgbClr val="0082BE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解决方案</a:t>
            </a:r>
            <a:endParaRPr lang="zh-CN" altLang="en-US" sz="12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177800" lvl="1" indent="0" algn="just" fontAlgn="base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Title 7"/>
          <p:cNvSpPr txBox="1"/>
          <p:nvPr/>
        </p:nvSpPr>
        <p:spPr>
          <a:xfrm>
            <a:off x="503555" y="3171190"/>
            <a:ext cx="3204845" cy="46736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{{partner}}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9110" y="4906010"/>
            <a:ext cx="7606030" cy="323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项目成果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0" indent="0">
              <a:spcBef>
                <a:spcPts val="500"/>
              </a:spcBef>
              <a:buClr>
                <a:sysClr val="window" lastClr="FFFFFF"/>
              </a:buClr>
              <a:buFont typeface="Wingdings" panose="05000000000000000000" pitchFamily="2" charset="2"/>
              <a:buNone/>
              <a:defRPr/>
            </a:pPr>
            <a:endParaRPr lang="en-US" altLang="zh-CN" sz="16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9045" y="2054860"/>
            <a:ext cx="1820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{{image:logo}}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13055" y="4845050"/>
            <a:ext cx="3639185" cy="151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{{project_background}}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4274185" y="1312545"/>
            <a:ext cx="7314565" cy="1238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lvl="1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{{project_challenge}}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1" indent="-171450" fontAlgn="auto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4379595" y="3159760"/>
            <a:ext cx="7437120" cy="146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lvl="1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{{solution}}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171450" fontAlgn="auto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18635" y="5229860"/>
            <a:ext cx="757110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{{result}}</a:t>
            </a:r>
            <a:endParaRPr lang="en-US" altLang="zh-CN" sz="14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 sz="14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212090" y="3611245"/>
            <a:ext cx="382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{{project_type}}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WPS 演示</Application>
  <PresentationFormat>宽屏</PresentationFormat>
  <Paragraphs>38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思源黑体 CN Normal</vt:lpstr>
      <vt:lpstr>黑体</vt:lpstr>
      <vt:lpstr>Calibri</vt:lpstr>
      <vt:lpstr>Times New Roman</vt:lpstr>
      <vt:lpstr>Arial Unicode MS</vt:lpstr>
      <vt:lpstr>Consolas</vt:lpstr>
      <vt:lpstr>思源黑体 CN Normal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崔文宇</cp:lastModifiedBy>
  <cp:revision>169</cp:revision>
  <dcterms:created xsi:type="dcterms:W3CDTF">2019-06-19T02:08:00Z</dcterms:created>
  <dcterms:modified xsi:type="dcterms:W3CDTF">2026-03-25T06:38:15Z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78107EB323004E479DD7E87F47484B2F_11</vt:lpwstr>
  </property>
</Properties>
</file>